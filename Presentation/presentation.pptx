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8" r:id="rId2"/>
    <p:sldId id="256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4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17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78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8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6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2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8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4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2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3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3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5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E77BE-9CAE-8EBD-2C67-DE3CE39BB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2AF46-33E3-2A44-0001-3253B81957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1636D8-FB26-ECA7-B5DB-A56799333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87075-1DAF-30BC-0E6F-9B8297F6235C}"/>
              </a:ext>
            </a:extLst>
          </p:cNvPr>
          <p:cNvSpPr txBox="1"/>
          <p:nvPr/>
        </p:nvSpPr>
        <p:spPr>
          <a:xfrm>
            <a:off x="6652366" y="4381126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Introduction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89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AD1-75CD-C871-E2F9-F8D685EE0B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4DE42B-67B3-D187-8729-2C811780C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C3D58-FD01-8C2B-62F8-D315CDC4C565}"/>
              </a:ext>
            </a:extLst>
          </p:cNvPr>
          <p:cNvSpPr txBox="1"/>
          <p:nvPr/>
        </p:nvSpPr>
        <p:spPr>
          <a:xfrm>
            <a:off x="6642566" y="4381124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Who did what?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FB241-FB40-D7CB-6024-92D34879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6933F-7653-FEEB-6241-9685522BD0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2E7741-8CF0-8837-193A-9A0EC4A2F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6A19A-5885-F493-4D45-835A1988E816}"/>
              </a:ext>
            </a:extLst>
          </p:cNvPr>
          <p:cNvSpPr txBox="1"/>
          <p:nvPr/>
        </p:nvSpPr>
        <p:spPr>
          <a:xfrm>
            <a:off x="6642566" y="4381125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Main Idea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15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D405C-DA14-F71C-F04D-4AA06302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40234A-D151-E3F7-3E79-0225F65421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E3FC8-25FC-E9FF-63B3-468BEF956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964F3-02EA-909C-5E20-A59FEFCD6DEF}"/>
              </a:ext>
            </a:extLst>
          </p:cNvPr>
          <p:cNvSpPr txBox="1"/>
          <p:nvPr/>
        </p:nvSpPr>
        <p:spPr>
          <a:xfrm>
            <a:off x="6642566" y="4381124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Game Design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64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9B6DA-3FF6-3184-6EA4-893AD306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3B834-E019-CA70-E179-D7EECA85D7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F05014-0B52-547E-9F71-43BBEB7C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26EFD1-B94D-8C1B-6644-81F6F6D275D6}"/>
              </a:ext>
            </a:extLst>
          </p:cNvPr>
          <p:cNvSpPr txBox="1"/>
          <p:nvPr/>
        </p:nvSpPr>
        <p:spPr>
          <a:xfrm>
            <a:off x="6642566" y="4381126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Storyline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98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7E9E4-3AFE-F1CA-CA29-8D47B3DB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E40DC-80AE-2359-6EE7-DE08B3A4EC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50434F-621B-B915-5338-85A3A252C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52126-466B-E585-0DFF-91917175E7DB}"/>
              </a:ext>
            </a:extLst>
          </p:cNvPr>
          <p:cNvSpPr txBox="1"/>
          <p:nvPr/>
        </p:nvSpPr>
        <p:spPr>
          <a:xfrm>
            <a:off x="6642566" y="4381126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Demo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4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57044-B738-BFDF-6D6B-58E91BAAC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2C105-018B-A08F-B955-0EDA60A9CF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58BE3-38F8-9ED4-DBB4-98677532C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47AA4-A931-4690-D22C-CBA1265AD6BA}"/>
              </a:ext>
            </a:extLst>
          </p:cNvPr>
          <p:cNvSpPr txBox="1"/>
          <p:nvPr/>
        </p:nvSpPr>
        <p:spPr>
          <a:xfrm>
            <a:off x="6642566" y="4403985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Retrospective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38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398AA-C9C8-84E3-530F-33387540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092A6-2FDB-6EAF-7458-E454093861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09A071-1004-A98E-E862-D12B5BBCF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9896AE-F5D7-B135-607A-9E1FAE4AE277}"/>
              </a:ext>
            </a:extLst>
          </p:cNvPr>
          <p:cNvSpPr txBox="1"/>
          <p:nvPr/>
        </p:nvSpPr>
        <p:spPr>
          <a:xfrm>
            <a:off x="6642566" y="4403985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Difficulties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97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A04D1-2398-3FEF-F62F-A5233AB1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B3894D-9085-448B-EC31-CBB19B06BF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C46511-AB59-D70D-2309-FBEBD173C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439EB-F8A5-719F-7D62-D79FFDE9869F}"/>
              </a:ext>
            </a:extLst>
          </p:cNvPr>
          <p:cNvSpPr txBox="1"/>
          <p:nvPr/>
        </p:nvSpPr>
        <p:spPr>
          <a:xfrm>
            <a:off x="6642566" y="4403985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What was easy?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96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E3A63-5302-0FCA-6AF0-AAAFB98D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AF0FE-716D-EF26-0989-6757482206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6B08C2-1E64-F87A-FD58-DE3024986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B1B06-A342-2E59-DFB5-3F6D828B2D78}"/>
              </a:ext>
            </a:extLst>
          </p:cNvPr>
          <p:cNvSpPr txBox="1"/>
          <p:nvPr/>
        </p:nvSpPr>
        <p:spPr>
          <a:xfrm>
            <a:off x="6652366" y="4381124"/>
            <a:ext cx="5040785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Source Control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18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A17BF-D4B0-AA39-24F2-2B6F1CC2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3B00B-700C-5A8C-55E5-F3618C8EA0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2889" r="1" b="1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409187-B836-249F-5C6C-CB68CF528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Desert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C87156-DA38-E092-2BCF-D68A37D02F31}"/>
              </a:ext>
            </a:extLst>
          </p:cNvPr>
          <p:cNvSpPr txBox="1"/>
          <p:nvPr/>
        </p:nvSpPr>
        <p:spPr>
          <a:xfrm>
            <a:off x="6662168" y="4381124"/>
            <a:ext cx="5445146" cy="18287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400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Return on the GDD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10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45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Bierstadt</vt:lpstr>
      <vt:lpstr>GestaltVTI</vt:lpstr>
      <vt:lpstr>Desert Run</vt:lpstr>
      <vt:lpstr>Desert Run</vt:lpstr>
      <vt:lpstr>Desert Run</vt:lpstr>
      <vt:lpstr>Desert Run</vt:lpstr>
      <vt:lpstr>Desert Run</vt:lpstr>
      <vt:lpstr>Desert Run</vt:lpstr>
      <vt:lpstr>Desert Run</vt:lpstr>
      <vt:lpstr>Desert Run</vt:lpstr>
      <vt:lpstr>Desert Run</vt:lpstr>
      <vt:lpstr>Desert Run</vt:lpstr>
      <vt:lpstr>Desert Run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Justin, Bouffard</dc:creator>
  <cp:lastModifiedBy>Justin, Bouffard</cp:lastModifiedBy>
  <cp:revision>1</cp:revision>
  <dcterms:created xsi:type="dcterms:W3CDTF">2026-05-11T19:31:27Z</dcterms:created>
  <dcterms:modified xsi:type="dcterms:W3CDTF">2026-05-11T20:36:41Z</dcterms:modified>
</cp:coreProperties>
</file>